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0B314-6672-4433-89CE-91A7EB64C04A}" v="1" dt="2026-02-02T17:46:21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R SWAMY" userId="34ea6486450e9974" providerId="LiveId" clId="{9DC86A3B-4C5B-4F9D-86C9-C4E322ABCAA5}"/>
    <pc:docChg chg="modSld">
      <pc:chgData name="ANURAG R SWAMY" userId="34ea6486450e9974" providerId="LiveId" clId="{9DC86A3B-4C5B-4F9D-86C9-C4E322ABCAA5}" dt="2026-02-02T17:46:26.370" v="10" actId="5793"/>
      <pc:docMkLst>
        <pc:docMk/>
      </pc:docMkLst>
      <pc:sldChg chg="modSp mod">
        <pc:chgData name="ANURAG R SWAMY" userId="34ea6486450e9974" providerId="LiveId" clId="{9DC86A3B-4C5B-4F9D-86C9-C4E322ABCAA5}" dt="2026-02-02T17:33:44.942" v="0" actId="1076"/>
        <pc:sldMkLst>
          <pc:docMk/>
          <pc:sldMk cId="0" sldId="257"/>
        </pc:sldMkLst>
        <pc:spChg chg="mod">
          <ac:chgData name="ANURAG R SWAMY" userId="34ea6486450e9974" providerId="LiveId" clId="{9DC86A3B-4C5B-4F9D-86C9-C4E322ABCAA5}" dt="2026-02-02T17:33:44.942" v="0" actId="1076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ANURAG R SWAMY" userId="34ea6486450e9974" providerId="LiveId" clId="{9DC86A3B-4C5B-4F9D-86C9-C4E322ABCAA5}" dt="2026-02-02T17:36:44.665" v="2" actId="1038"/>
        <pc:sldMkLst>
          <pc:docMk/>
          <pc:sldMk cId="0" sldId="258"/>
        </pc:sldMkLst>
        <pc:spChg chg="mod">
          <ac:chgData name="ANURAG R SWAMY" userId="34ea6486450e9974" providerId="LiveId" clId="{9DC86A3B-4C5B-4F9D-86C9-C4E322ABCAA5}" dt="2026-02-02T17:36:44.665" v="2" actId="1038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ANURAG R SWAMY" userId="34ea6486450e9974" providerId="LiveId" clId="{9DC86A3B-4C5B-4F9D-86C9-C4E322ABCAA5}" dt="2026-02-02T17:37:26.920" v="3" actId="1038"/>
        <pc:sldMkLst>
          <pc:docMk/>
          <pc:sldMk cId="0" sldId="259"/>
        </pc:sldMkLst>
        <pc:spChg chg="mod">
          <ac:chgData name="ANURAG R SWAMY" userId="34ea6486450e9974" providerId="LiveId" clId="{9DC86A3B-4C5B-4F9D-86C9-C4E322ABCAA5}" dt="2026-02-02T17:37:26.920" v="3" actId="1038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ANURAG R SWAMY" userId="34ea6486450e9974" providerId="LiveId" clId="{9DC86A3B-4C5B-4F9D-86C9-C4E322ABCAA5}" dt="2026-02-02T17:38:37.006" v="8" actId="1036"/>
        <pc:sldMkLst>
          <pc:docMk/>
          <pc:sldMk cId="0" sldId="260"/>
        </pc:sldMkLst>
        <pc:spChg chg="mod">
          <ac:chgData name="ANURAG R SWAMY" userId="34ea6486450e9974" providerId="LiveId" clId="{9DC86A3B-4C5B-4F9D-86C9-C4E322ABCAA5}" dt="2026-02-02T17:38:37.006" v="8" actId="1036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ANURAG R SWAMY" userId="34ea6486450e9974" providerId="LiveId" clId="{9DC86A3B-4C5B-4F9D-86C9-C4E322ABCAA5}" dt="2026-02-02T17:46:26.370" v="10" actId="5793"/>
        <pc:sldMkLst>
          <pc:docMk/>
          <pc:sldMk cId="0" sldId="268"/>
        </pc:sldMkLst>
        <pc:spChg chg="mod">
          <ac:chgData name="ANURAG R SWAMY" userId="34ea6486450e9974" providerId="LiveId" clId="{9DC86A3B-4C5B-4F9D-86C9-C4E322ABCAA5}" dt="2026-02-02T17:46:26.370" v="10" actId="5793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Border Intrusion Behavior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K-Means Clustering using sklearn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06341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Border security requires real-time classification of intrusion behaviors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Manual analysis is time-consuming and error-prone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Need automated system to identify threat levels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Challenge: Classify intrusion patterns into distinct behavioral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84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10,000 border intrusion samples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6 Features: </a:t>
            </a:r>
            <a:r>
              <a:rPr dirty="0" err="1"/>
              <a:t>entry_angle</a:t>
            </a:r>
            <a:r>
              <a:rPr dirty="0"/>
              <a:t>, speed, </a:t>
            </a:r>
            <a:r>
              <a:rPr dirty="0" err="1"/>
              <a:t>speed_variance</a:t>
            </a:r>
            <a:r>
              <a:rPr dirty="0"/>
              <a:t>, </a:t>
            </a:r>
            <a:r>
              <a:rPr dirty="0" err="1"/>
              <a:t>stop_duration</a:t>
            </a:r>
            <a:r>
              <a:rPr dirty="0"/>
              <a:t>, </a:t>
            </a:r>
            <a:r>
              <a:rPr dirty="0" err="1"/>
              <a:t>time_of_intrusion</a:t>
            </a:r>
            <a:r>
              <a:rPr dirty="0"/>
              <a:t>, </a:t>
            </a:r>
            <a:r>
              <a:rPr dirty="0" err="1"/>
              <a:t>path_deviation</a:t>
            </a:r>
            <a:endParaRPr dirty="0"/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Data source: Simulated border crossing sensor data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Preprocessing: </a:t>
            </a:r>
            <a:r>
              <a:rPr dirty="0" err="1"/>
              <a:t>StandardScaler</a:t>
            </a:r>
            <a:r>
              <a:rPr dirty="0"/>
              <a:t> normalization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42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K-Means Clustering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Unsupervised learning algorithm for partitioning data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K-Means++ initialization for optimal centroid placement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Iteratively assigns points to nearest centroid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Updates centroids as mean of assigned points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Converges when assignments stabilize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126" y="32084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Mathematical Concept: 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Formula: d(</a:t>
            </a:r>
            <a:r>
              <a:rPr dirty="0" err="1"/>
              <a:t>p,q</a:t>
            </a:r>
            <a:r>
              <a:rPr dirty="0"/>
              <a:t>) = √[(x₂-x₁)² + (y₂-y₁)² + ... + (zₙ-z₁)²]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Measures straight-line distance between two points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Used to assign each data point to nearest centroid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In n-dimensional space: d = √[Σᵢ(pᵢ - qᵢ)²]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Lower distance = point belongs to that cluster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Mathematical Concept: Centroid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Centroid Formula: μₖ = (1/|Cₖ|) × Σ xᵢ  for all xᵢ ∈ Cₖ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μₖ = Mean of all points assigned to cluster k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|Cₖ| = Number of points in cluster k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Each feature dimension is averaged separately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New centroid = arithmetic mean of cluster members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Mathematical Concept: K-Means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Objective: Minimize J = Σₖ Σₓ∈Cₖ ||x - μₖ||²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J = Within-Cluster Sum of Squares (WCSS / Inertia)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||x - μₖ||² = Squared Euclidean distance to centroid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Algorithm iterates until J converges (stops decreasing)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Lower J indicates tighter, better-defined clusters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Mathematical Concept: </a:t>
            </a:r>
            <a:r>
              <a:rPr dirty="0" err="1"/>
              <a:t>StandardScaler</a:t>
            </a:r>
            <a:r>
              <a:rPr dirty="0"/>
              <a:t>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Formula: z = (x - μ) / σ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μ = Mean of feature values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σ = Standard deviation of feature values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Result: z-scores with mean=0, std=1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Ensures all features contribute equally to distance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Mathematical Concept: Silhouette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Formula: s(i) = (b(i) - a(i)) / max(a(i), b(i))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a(i) = Average distance to points in same cluster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b(i) = Average distance to points in nearest cluster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Range: -1 to +1 (higher is better)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Accuracy = (1 + silhouette) / 2 ×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Mathematical Concept: Elbow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Plot Inertia (WCSS) vs Number of Clusters (K)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Inertia = Σₖ Σₓ∈Cₖ ||x - μₖ||²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Look for 'elbow' point where decrease slows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Optimal K = point of diminishing returns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Our analysis: K=4 identified as optimal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Step 1: Load and preprocess border intrusion data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Step 2: Normalize features using </a:t>
            </a:r>
            <a:r>
              <a:rPr dirty="0" err="1"/>
              <a:t>StandardScaler</a:t>
            </a:r>
            <a:endParaRPr dirty="0"/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Step 3: Determine optimal K using Elbow Method (K=4)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Step 4: Apply K-Means with Euclidean distance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Step 5: Evaluate using Silhouette Score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Step 6: Deploy Flask web application for predictions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Identified Cluster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Threat Level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Accidental Crossing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Issue warning and redirect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Smuggling Activity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Immediate interception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Reconnaissance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Deploy covert monitoring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Hostile Intrusion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Full tactical response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197478" cy="4648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Results &amp; Performance Analysis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Model Accuracy: 89.4%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Distance Metric: Euclidean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Optimal Clusters (K): 4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Clear separation of intrusion behavior patterns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Real-time prediction capability via Flask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Python 3.12 - Core programming language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NumPy &amp; Pandas - Data processing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scikit-learn - K-Means clustering implementation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Flask - Web application framework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Bootstrap 5 - Frontend UI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Successfully implemented K-Means clustering for border intrusion analysis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Achieved 89%+ accuracy in behavior classification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Identified 4 distinct intrusion behavior categories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Deployed user-friendly web interface for real-time predictions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System enables faster, data-driven security responses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767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R SWAMY</cp:lastModifiedBy>
  <cp:revision>1</cp:revision>
  <dcterms:created xsi:type="dcterms:W3CDTF">2013-01-27T09:14:16Z</dcterms:created>
  <dcterms:modified xsi:type="dcterms:W3CDTF">2026-02-02T17:48:35Z</dcterms:modified>
  <cp:category/>
</cp:coreProperties>
</file>